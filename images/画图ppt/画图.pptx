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0D63-DE78-467B-B85C-D0ADF7177B9F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B4FE-ECEE-4FC7-8B92-FDE7B1882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4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0D63-DE78-467B-B85C-D0ADF7177B9F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B4FE-ECEE-4FC7-8B92-FDE7B1882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543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0D63-DE78-467B-B85C-D0ADF7177B9F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B4FE-ECEE-4FC7-8B92-FDE7B1882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7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0D63-DE78-467B-B85C-D0ADF7177B9F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B4FE-ECEE-4FC7-8B92-FDE7B1882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744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0D63-DE78-467B-B85C-D0ADF7177B9F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B4FE-ECEE-4FC7-8B92-FDE7B1882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45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0D63-DE78-467B-B85C-D0ADF7177B9F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B4FE-ECEE-4FC7-8B92-FDE7B1882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698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0D63-DE78-467B-B85C-D0ADF7177B9F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B4FE-ECEE-4FC7-8B92-FDE7B1882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455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0D63-DE78-467B-B85C-D0ADF7177B9F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B4FE-ECEE-4FC7-8B92-FDE7B1882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45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0D63-DE78-467B-B85C-D0ADF7177B9F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B4FE-ECEE-4FC7-8B92-FDE7B1882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945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0D63-DE78-467B-B85C-D0ADF7177B9F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B4FE-ECEE-4FC7-8B92-FDE7B1882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782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0D63-DE78-467B-B85C-D0ADF7177B9F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DB4FE-ECEE-4FC7-8B92-FDE7B1882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925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80D63-DE78-467B-B85C-D0ADF7177B9F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DB4FE-ECEE-4FC7-8B92-FDE7B1882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485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5868444" y="1313144"/>
            <a:ext cx="4828784" cy="34321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CN" altLang="en-US" dirty="0" smtClean="0"/>
              <a:t>模型服务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951978" y="1334022"/>
            <a:ext cx="4828784" cy="34321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CN" altLang="en-US" dirty="0" smtClean="0"/>
              <a:t>模型预处理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61132" y="2790171"/>
            <a:ext cx="2843408" cy="4780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模型处理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861132" y="3725449"/>
            <a:ext cx="2843408" cy="4780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请求预处理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011994" y="3725449"/>
            <a:ext cx="2843408" cy="4780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模型加载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861132" y="1932140"/>
            <a:ext cx="2843408" cy="4780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请求后处理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3433698" y="1932140"/>
            <a:ext cx="1442058" cy="4780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模型优化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011994" y="2790171"/>
            <a:ext cx="2843408" cy="4780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模型预处理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006773" y="1932140"/>
            <a:ext cx="1306361" cy="4780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mtClean="0"/>
              <a:t>性能分析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6095349" y="1932140"/>
            <a:ext cx="538879" cy="22713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性能监控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3841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20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admin</cp:lastModifiedBy>
  <cp:revision>2</cp:revision>
  <dcterms:created xsi:type="dcterms:W3CDTF">2025-09-24T03:20:38Z</dcterms:created>
  <dcterms:modified xsi:type="dcterms:W3CDTF">2025-09-24T03:49:41Z</dcterms:modified>
</cp:coreProperties>
</file>